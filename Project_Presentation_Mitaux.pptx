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2694EA-6434-A588-248F-2F8DC73BC054}" v="385" dt="2025-03-10T17:17:03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32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158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Hi, I'm Jeremy. My project trains a deep-learning model to recognize what kind of guitar is in a photo — specifically a Fender Stratocaster vs. a Telecaster — straight from a marketplace listing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long-term goal is a flip-finding assistant: point it at a listing photo and have it tell you what the guitar actually is, so you can catch listings that just say 'Fender Strat' or are mislabeled. The core learnable sub-problem is identifying make/model from an image — that's what I built. It's a real computer-vision task because different models have distinct silhouettes, headstocks, and pickup layouts.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There's no off-the-shelf dataset, so I built one from live Reverb listings. I scraped per-model, then labeled each listing by its structured make/model metadata rather than guessing from keywords, and filtered out parts, wrong-brand sellers, and cheap accessories. One important detail: each listing has up to 5 near-duplicate photos, so I split the data BY LISTING — every photo of one guitar stays in a single split. A naive per-image split would leak duplicates into both train and test and fake a high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used EfficientNet-B0, a convolutional neural network pretrained on ImageNet, and fine-tuned it for two classes. I picked it because it hits a great accuracy-to-size ratio — it trains quickly on my Mac's GPU — and transfer learning lets a pretrained backbone do well even with only ~1,300 listings. I also handled class imbalance with a weighted sampler and used data augmentation to reduce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model got 95.2% accuracy on a held-out test set of 933 images. I report a few things for honesty: macro-F1 of 0.95, and the majority-class baseline of 64.2% — that's what you'd get always guessing 'Stratocaster' — so you can see the real lift. The confusion matrix shows errors are balanced, not one class collapsing into the other. The big caveat: Strat vs. Tele is a visually easy distinction, so this is a strong result on an EASY problem — I'd expect it to drop as look-alike models get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52A5-F8FE-07BE-A645-A131C7B6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B6FAC-956E-5D3D-9CF2-F2EE5333B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E6548-F671-3D3E-56CE-7680E454B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used EfficientNet-B0, a convolutional neural network pretrained on ImageNet, and fine-tuned it for two classes. I picked it because it hits a great accuracy-to-size ratio — it trains quickly on my Mac's GPU — and transfer learning lets a pretrained backbone do well even with only ~1,300 listings. I also handled class imbalance with a weighted sampler and used data augmentation to reduce overfitting.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A88FB-DBE9-A233-B551-551406B79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33612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Overall it worked like I expected — the pipeline is fully reproducible and the group-aware split means the accuracy is honest. Two things I'd flag: I changed scope from the proposal. I dropped predicting the year, because only 44% of listings had one and it was messy free text. And I pivoted away from guessing country of origin — American vs Mexican Strats look identical, so that model was really learning backgrounds, not guitars. Make/model is a genuine visual signal. If I kept going, I'd add more models like the Les Paul, SG, and ES-335 — the code already scales to N classes; I stopped at two when my scraping credits ran out. That harder problem is the more interesting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Visual Identification of Electric Guitars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Classifying guitars —  Stratocaster vs. Telecaster</a:t>
            </a:r>
          </a:p>
          <a:p>
            <a:r>
              <a:rPr lang="en-US"/>
              <a:t>Jeremy Mitaux</a:t>
            </a:r>
            <a:endParaRPr lang="en-US" dirty="0"/>
          </a:p>
        </p:txBody>
      </p:sp>
      <p:pic>
        <p:nvPicPr>
          <p:cNvPr id="1030" name="Picture 6" descr="Fender Logo, symbol, meaning, history, PNG, brand">
            <a:extLst>
              <a:ext uri="{FF2B5EF4-FFF2-40B4-BE49-F238E27FC236}">
                <a16:creationId xmlns:a16="http://schemas.microsoft.com/office/drawing/2014/main" id="{B06CB62F-869B-FC62-4F35-7F1397D11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439" y="384176"/>
            <a:ext cx="375920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1087C9D-53EF-91EF-91DF-32EC56809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33137">
            <a:off x="7147383" y="4377364"/>
            <a:ext cx="4925056" cy="1562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407D5-9B13-36A3-EEE6-3DEDB50C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78283-12D9-0C06-71F6-47D022BBE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82540" cy="4351338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sz="2000" b="1" dirty="0"/>
              <a:t>What is my project</a:t>
            </a:r>
            <a:endParaRPr lang="en-US" dirty="0"/>
          </a:p>
          <a:p>
            <a:pPr lvl="1">
              <a:spcAft>
                <a:spcPts val="600"/>
              </a:spcAft>
            </a:pPr>
            <a:r>
              <a:rPr sz="1800" b="0" dirty="0"/>
              <a:t>Predict a guitar’</a:t>
            </a:r>
            <a:r>
              <a:rPr lang="en-US" sz="1800" b="0" dirty="0"/>
              <a:t>s model </a:t>
            </a:r>
            <a:r>
              <a:rPr sz="1800" b="0" dirty="0"/>
              <a:t>from </a:t>
            </a:r>
            <a:r>
              <a:rPr lang="en-US" sz="1800" b="0" dirty="0"/>
              <a:t>a </a:t>
            </a:r>
            <a:r>
              <a:rPr sz="1800" b="0" dirty="0"/>
              <a:t>photo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A CNN image classifier: </a:t>
            </a:r>
            <a:r>
              <a:rPr lang="en-US" sz="1800" b="0" dirty="0"/>
              <a:t>Fender </a:t>
            </a:r>
            <a:r>
              <a:rPr sz="1800" b="0" dirty="0"/>
              <a:t>Stratocaster vs. Telecaster</a:t>
            </a:r>
          </a:p>
          <a:p>
            <a:pPr>
              <a:spcAft>
                <a:spcPts val="600"/>
              </a:spcAft>
            </a:pPr>
            <a:r>
              <a:rPr sz="2000" b="1" dirty="0"/>
              <a:t>Why I'm interested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Combines a personal interest in guitars with deep learning</a:t>
            </a:r>
            <a:endParaRPr lang="en-US" sz="1800" b="0" dirty="0"/>
          </a:p>
          <a:p>
            <a:pPr lvl="1">
              <a:spcAft>
                <a:spcPts val="600"/>
              </a:spcAft>
            </a:pPr>
            <a:r>
              <a:rPr lang="en-US" sz="1800" dirty="0"/>
              <a:t>Wanted to do an image classification problem </a:t>
            </a:r>
            <a:endParaRPr sz="1800" b="0" dirty="0"/>
          </a:p>
        </p:txBody>
      </p:sp>
      <p:pic>
        <p:nvPicPr>
          <p:cNvPr id="2050" name="Picture 2" descr="Fender Electric Guitars &amp; Basses 2002 - 2006: Tonn, Michael: 9780578299297:  Amazon.com: Books">
            <a:extLst>
              <a:ext uri="{FF2B5EF4-FFF2-40B4-BE49-F238E27FC236}">
                <a16:creationId xmlns:a16="http://schemas.microsoft.com/office/drawing/2014/main" id="{E0ADA7A7-A2F7-66F9-B433-241A7341D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930" y="340518"/>
            <a:ext cx="4774278" cy="617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5015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What is Reverb? – Reverb.com">
            <a:extLst>
              <a:ext uri="{FF2B5EF4-FFF2-40B4-BE49-F238E27FC236}">
                <a16:creationId xmlns:a16="http://schemas.microsoft.com/office/drawing/2014/main" id="{D7827528-EB2A-8EEB-6D07-088A84EDA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993" y="1391278"/>
            <a:ext cx="1367849" cy="76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0D4987-295E-943F-EC06-72ABB538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2E294-81FF-BFFD-F79A-EF8F11C40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0858" cy="4351338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sz="2000" b="1" dirty="0"/>
              <a:t>What data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6,195 photos from 1,333 real </a:t>
            </a:r>
            <a:r>
              <a:rPr sz="1800" b="0" dirty="0" err="1"/>
              <a:t>Reverb.com</a:t>
            </a:r>
            <a:r>
              <a:rPr sz="1800" b="0" dirty="0"/>
              <a:t> listings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862 Stratocaster / 471 Telecaster — built from scratch, no existing dataset</a:t>
            </a:r>
          </a:p>
          <a:p>
            <a:pPr>
              <a:spcAft>
                <a:spcPts val="600"/>
              </a:spcAft>
            </a:pPr>
            <a:r>
              <a:rPr lang="en-US" sz="2000" b="1" dirty="0"/>
              <a:t>Data Cleaning</a:t>
            </a:r>
          </a:p>
          <a:p>
            <a:pPr lvl="1">
              <a:spcAft>
                <a:spcPts val="600"/>
              </a:spcAft>
            </a:pPr>
            <a:r>
              <a:rPr lang="en-US" sz="1800" b="0" dirty="0"/>
              <a:t>Scraped Reverb via the </a:t>
            </a:r>
            <a:r>
              <a:rPr lang="en-US" sz="1800" b="0" dirty="0" err="1"/>
              <a:t>Apify</a:t>
            </a:r>
            <a:r>
              <a:rPr lang="en-US" sz="1800" b="0" dirty="0"/>
              <a:t> API; labeled by model from listing metadata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Filtered out parts, wrong brands, cheap accessories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Split grouped by listing — no guitar appears in both train and test</a:t>
            </a:r>
          </a:p>
        </p:txBody>
      </p:sp>
      <p:pic>
        <p:nvPicPr>
          <p:cNvPr id="3074" name="Picture 2" descr="Fender Standard Stratocaster | Reverb">
            <a:extLst>
              <a:ext uri="{FF2B5EF4-FFF2-40B4-BE49-F238E27FC236}">
                <a16:creationId xmlns:a16="http://schemas.microsoft.com/office/drawing/2014/main" id="{5370A77F-CD37-0992-4A2D-34D4D53452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2" r="23887"/>
          <a:stretch>
            <a:fillRect/>
          </a:stretch>
        </p:blipFill>
        <p:spPr bwMode="auto">
          <a:xfrm>
            <a:off x="5783581" y="651598"/>
            <a:ext cx="2959270" cy="5575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tandard Telecaster®, Laurel FB, White Pickguard, 3-Color Sunburst">
            <a:extLst>
              <a:ext uri="{FF2B5EF4-FFF2-40B4-BE49-F238E27FC236}">
                <a16:creationId xmlns:a16="http://schemas.microsoft.com/office/drawing/2014/main" id="{54841102-A734-1B87-2526-7A7CF6830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4599" y="746458"/>
            <a:ext cx="3082581" cy="548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67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FD49-9CA4-549B-3861-0C943CE4D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Your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14C9F-2B0A-3BDE-E080-36C7141D9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145"/>
            <a:ext cx="11266170" cy="4351338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sz="2000" b="1" dirty="0"/>
              <a:t>What model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EfficientNet-B0 CNN, pretrained on ImageNet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Fine-tuned with a 2-way head (</a:t>
            </a:r>
            <a:r>
              <a:rPr sz="1800" b="0" dirty="0" err="1"/>
              <a:t>AdamW</a:t>
            </a:r>
            <a:r>
              <a:rPr sz="1800" b="0" dirty="0"/>
              <a:t>, cosine LR, label smoothing)</a:t>
            </a:r>
          </a:p>
          <a:p>
            <a:pPr>
              <a:spcAft>
                <a:spcPts val="600"/>
              </a:spcAft>
            </a:pPr>
            <a:r>
              <a:rPr sz="2000" b="1" dirty="0"/>
              <a:t>Why I picked it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Strong accuracy at a small size — trains fast on a laptop GPU (Apple MPS)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Transfer learning works well with a modest ~1,300-listing dataset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Body shape / headstock / pickups are real signals a CNN can learn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53985F-BF4C-DC48-27F7-7F06CAC42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269" y="4385944"/>
            <a:ext cx="6347462" cy="211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89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08E4F-AFCE-8BC7-B8E2-BC386E6B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Your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2661A-2793-3F4F-12A7-687F3FA62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25513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sz="2000" b="1" dirty="0"/>
              <a:t>Headline metric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95.2% test accuracy on 933 held-out images (200 listings)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Macro-F1 0.95  —  vs. a 64.2% majority-class baseline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Per-class F1: Stratocaster 0.96, Telecaster 0.93</a:t>
            </a:r>
          </a:p>
          <a:p>
            <a:pPr>
              <a:spcAft>
                <a:spcPts val="600"/>
              </a:spcAft>
            </a:pPr>
            <a:r>
              <a:rPr sz="2000" b="1" dirty="0"/>
              <a:t>How did it work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Worked well — but Strat vs. Tele is a visually easy 2-class problem</a:t>
            </a:r>
          </a:p>
          <a:p>
            <a:pPr lvl="1">
              <a:spcAft>
                <a:spcPts val="600"/>
              </a:spcAft>
            </a:pPr>
            <a:r>
              <a:rPr sz="1800" b="0" dirty="0"/>
              <a:t>Read it as a strong proof of concept, not a final number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039" y="93528"/>
            <a:ext cx="3825191" cy="3060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519F29-977A-40D7-86C6-1BD8B21E3B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3153682"/>
            <a:ext cx="4522470" cy="355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9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FE969-6E14-2FE3-A8E5-FB7922535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FFFE-D336-EA43-E831-32EB3607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Demo</a:t>
            </a:r>
            <a:endParaRPr b="1" dirty="0"/>
          </a:p>
        </p:txBody>
      </p:sp>
      <p:pic>
        <p:nvPicPr>
          <p:cNvPr id="7" name="classifier_demo">
            <a:hlinkClick r:id="" action="ppaction://media"/>
            <a:extLst>
              <a:ext uri="{FF2B5EF4-FFF2-40B4-BE49-F238E27FC236}">
                <a16:creationId xmlns:a16="http://schemas.microsoft.com/office/drawing/2014/main" id="{723481B3-0D02-D19C-FFBC-482574EA89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16493" y="1690688"/>
            <a:ext cx="7959014" cy="447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5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7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AF35-5AC6-808D-851F-C28CC35E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104D4-1734-FD7B-C2BE-CCE559AEF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sz="2000" b="1"/>
              <a:t>What worked</a:t>
            </a:r>
          </a:p>
          <a:p>
            <a:pPr lvl="1">
              <a:spcAft>
                <a:spcPts val="600"/>
              </a:spcAft>
            </a:pPr>
            <a:r>
              <a:rPr sz="1800" b="0"/>
              <a:t>Full pipeline works end-to-end: scrape → label → train → evaluate, reproducible</a:t>
            </a:r>
          </a:p>
          <a:p>
            <a:pPr lvl="1">
              <a:spcAft>
                <a:spcPts val="600"/>
              </a:spcAft>
            </a:pPr>
            <a:r>
              <a:rPr sz="1800" b="0"/>
              <a:t>Group-aware split gives an honest accuracy (no photo leakage)</a:t>
            </a:r>
          </a:p>
          <a:p>
            <a:pPr>
              <a:spcAft>
                <a:spcPts val="600"/>
              </a:spcAft>
            </a:pPr>
            <a:r>
              <a:rPr sz="2000" b="1"/>
              <a:t>What I changed from the proposal</a:t>
            </a:r>
          </a:p>
          <a:p>
            <a:pPr lvl="1">
              <a:spcAft>
                <a:spcPts val="600"/>
              </a:spcAft>
            </a:pPr>
            <a:r>
              <a:rPr sz="1800" b="0"/>
              <a:t>Dropped year (only 44% of listings had one, and it was messy free-text)</a:t>
            </a:r>
          </a:p>
          <a:p>
            <a:pPr lvl="1">
              <a:spcAft>
                <a:spcPts val="600"/>
              </a:spcAft>
            </a:pPr>
            <a:r>
              <a:rPr sz="1800" b="0"/>
              <a:t>Pivoted from country-of-origin (Strats look identical) to make/model — a real visual signal</a:t>
            </a:r>
          </a:p>
          <a:p>
            <a:pPr>
              <a:spcAft>
                <a:spcPts val="600"/>
              </a:spcAft>
            </a:pPr>
            <a:r>
              <a:rPr sz="2000" b="1"/>
              <a:t>What I'd do next</a:t>
            </a:r>
          </a:p>
          <a:p>
            <a:pPr lvl="1">
              <a:spcAft>
                <a:spcPts val="600"/>
              </a:spcAft>
            </a:pPr>
            <a:r>
              <a:rPr sz="1800" b="0"/>
              <a:t>Scale to more models (Les Paul, SG, ES-335) — pipeline already supports N classes</a:t>
            </a:r>
          </a:p>
        </p:txBody>
      </p:sp>
    </p:spTree>
    <p:extLst>
      <p:ext uri="{BB962C8B-B14F-4D97-AF65-F5344CB8AC3E}">
        <p14:creationId xmlns:p14="http://schemas.microsoft.com/office/powerpoint/2010/main" val="1038877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939</Words>
  <Application>Microsoft Macintosh PowerPoint</Application>
  <PresentationFormat>Widescreen</PresentationFormat>
  <Paragraphs>51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Visual Identification of Electric Guitars</vt:lpstr>
      <vt:lpstr>Introduction</vt:lpstr>
      <vt:lpstr>Dataset</vt:lpstr>
      <vt:lpstr>Your Model</vt:lpstr>
      <vt:lpstr>Your Results</vt:lpstr>
      <vt:lpstr>Demo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Jeremy Mitaux-Maurouard</cp:lastModifiedBy>
  <cp:revision>79</cp:revision>
  <dcterms:created xsi:type="dcterms:W3CDTF">2025-03-10T17:03:02Z</dcterms:created>
  <dcterms:modified xsi:type="dcterms:W3CDTF">2026-06-08T18:42:05Z</dcterms:modified>
</cp:coreProperties>
</file>